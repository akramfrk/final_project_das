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6400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Glucose Levels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Data Science Pipeline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260604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27889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9808" y="30358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Pima Indians Diabetes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2743200"/>
            <a:ext cx="260604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84448" y="27889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584448" y="30358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 patients · 9 features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2743200"/>
            <a:ext cx="260604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19088" y="27889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19088" y="30358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&amp; Data Science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46720" y="48691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 / 14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6400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713232"/>
            <a:ext cx="81381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14400"/>
            <a:ext cx="81381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—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 patient's Glucose level from other physiological measurements using Linear Regression.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—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 patient records: age, BMI, insulin, blood pressure, pregnancies, skin thickness, and diabetic status.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 —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(continuous, 44–199 mg/dL) — valid for Linear Regression.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—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from raw data to a deployed interactive dashboard.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0" y="48691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6400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Methodology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713232"/>
            <a:ext cx="81381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914400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14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15568" y="9235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&amp; Preprocessing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15568" y="115214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fix erroneous zero values in physiological columns.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1417320"/>
            <a:ext cx="813816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920240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9202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15568" y="19293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15568" y="215798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distributions, correlations, and feature relationships.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423160"/>
            <a:ext cx="813816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2926080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926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15568" y="29352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15568" y="316382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Linear Regression to predict continuous Glucose levels.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3429000"/>
            <a:ext cx="813816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931920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931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15568" y="39410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15568" y="416966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interactive Streamlit web app with real-time prediction.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046720" y="48691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6400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713232"/>
            <a:ext cx="81381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14400"/>
            <a:ext cx="41148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—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BMI, BloodPressure, Insulin, SkinThickness, Glucose had impossible 0 values.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—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Zeros replaced with NaN, then imputed with column median.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median? —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Resistant to outliers, unlike the mean.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Pregnancies left as-is —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is a valid value there.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46320" y="822960"/>
            <a:ext cx="4023360" cy="32918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0" y="48691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6400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530352"/>
            <a:ext cx="8595360" cy="44577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46720" y="48691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6400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Key Findings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713232"/>
            <a:ext cx="81381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14400"/>
            <a:ext cx="81381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↔ Insulin: 0.42 —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pairwise correlation, reflects insulin resistance.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↔ Outcome: 0.49 —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patients have higher glucose, as expected.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↔ Age: 0.27 —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patients trend toward higher glucose levels.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↔ BMI: 0.23 —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body mass links to glucose dysregulation.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correlations confirm Glucose can be reasonably predicted from the other features.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0" y="48691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6400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Distribution — Target Variable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530352"/>
            <a:ext cx="8595360" cy="44577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46720" y="48691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6400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— Setup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713232"/>
            <a:ext cx="81381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14400"/>
            <a:ext cx="81381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—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(mg/dL) — continuous, valid regression target.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—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Pregnancies, BloodPressure, SkinThickness, Insulin, BMI, DiabetesPedigreeFunction, Age, Outcome.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—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training / 20% testing, random_state=42.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—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applied so coefficients are comparable across features with different units.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—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sklearn.linear_model.LinearRegression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0" y="48691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6400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Results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713232"/>
            <a:ext cx="81381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91440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98755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0.33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02920" y="14904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06040" y="91440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06040" y="98755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606040" y="14904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09160" y="91440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09160" y="98755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709160" y="14904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(MG/DL)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12280" y="91440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12280" y="98755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~26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812280" y="14904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(MG/DL)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2103120"/>
            <a:ext cx="8138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&amp; Insulin —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positive predictors by far.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&amp; BloodPressure —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positive effect on Glucose.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SkinThickness &amp; Pregnancies —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 negative coefficients after standardization.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046720" y="48691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6400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Coefficients (standardized)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530352"/>
            <a:ext cx="8595360" cy="44577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46720" y="48691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6400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vs Actual Glucose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530352"/>
            <a:ext cx="8595360" cy="44577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46720" y="48691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6400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 vs Predicted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530352"/>
            <a:ext cx="8595360" cy="44577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46720" y="48691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6400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713232"/>
            <a:ext cx="81381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14400"/>
            <a:ext cx="8138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—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vs clean data side-by-side + zero counts bar chart.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—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heatmap, Glucose distribution, feature scatter plots.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—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vs Actual, Residuals plot, Coefficient bar chart, metrics.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 —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predictor: adjust patient sliders → real-time Glucose prediction.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3749040"/>
            <a:ext cx="2697480" cy="420624"/>
          </a:xfrm>
          <a:prstGeom prst="rect">
            <a:avLst>
              <a:gd name="adj" fmla="val 1739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749040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Normal  &lt;100 mg/dL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3749040"/>
            <a:ext cx="2697480" cy="420624"/>
          </a:xfrm>
          <a:prstGeom prst="rect">
            <a:avLst>
              <a:gd name="adj" fmla="val 1739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3749040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Pre-diabetic  100–125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3749040"/>
            <a:ext cx="2697480" cy="420624"/>
          </a:xfrm>
          <a:prstGeom prst="rect">
            <a:avLst>
              <a:gd name="adj" fmla="val 1739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3749040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Diabetic  ≥126 mg/dL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046720" y="48691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6400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000"/>
              </a:spcAft>
            </a:pPr>
            <a:r>
              <a:rPr lang="en-US" sz="14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completed —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Preprocessing, EDA, modeling, and deployment done end-to-end.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of 0.33 —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Reasonable for a linear model; Glucose is influenced by external factors not in this dataset.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 —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Coefficients clearly show which features drive Glucose.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—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or Gradient Boosting would capture non-linear relationships and push R² significantly higher.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54914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54914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 welcome  ·  Full code on GitHub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0" y="48691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Glucose Levels</dc:title>
  <dc:subject>PptxGenJS Presentation</dc:subject>
  <dc:creator>PptxGenJS</dc:creator>
  <cp:lastModifiedBy>PptxGenJS</cp:lastModifiedBy>
  <cp:revision>1</cp:revision>
  <dcterms:created xsi:type="dcterms:W3CDTF">2026-05-10T16:23:40Z</dcterms:created>
  <dcterms:modified xsi:type="dcterms:W3CDTF">2026-05-10T16:23:40Z</dcterms:modified>
</cp:coreProperties>
</file>